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B35C1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377440"/>
            <a:ext cx="2011680" cy="201168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Website UMKM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kasus: Kedai Kopi Minahasa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Pemrograman Web · Semester 3 Teknologi Informasi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Website UMKM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usaha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 Kopi Minahasa, UMKM yang menjual kopi dan camilan khas daerah.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website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Memperkenalkan produk, menarik pelanggan baru, dan memudahkan pemesanan.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pengguna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lokal dan wisatawan yang mencari kopi lewat HP.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daftar produk, galeri, tombol pesan WhatsApp, dan lokasi toko.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Arsitektur Web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di HP atau laptop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2194560"/>
            <a:ext cx="411480" cy="0"/>
          </a:xfrm>
          <a:prstGeom prst="line">
            <a:avLst/>
          </a:prstGeom>
          <a:noFill/>
          <a:ln w="31750">
            <a:solidFill>
              <a:srgbClr val="3E272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12801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(landing page)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411480" cy="0"/>
          </a:xfrm>
          <a:prstGeom prst="line">
            <a:avLst/>
          </a:prstGeom>
          <a:noFill/>
          <a:ln w="31750">
            <a:solidFill>
              <a:srgbClr val="3E272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12801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Laravel: memproses data produk &amp; pesan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2194560"/>
            <a:ext cx="411480" cy="0"/>
          </a:xfrm>
          <a:prstGeom prst="line">
            <a:avLst/>
          </a:prstGeom>
          <a:noFill/>
          <a:ln w="31750">
            <a:solidFill>
              <a:srgbClr val="3E27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49440" y="12801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produk, pesanan, kontak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337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Alur: pengguna membuka web → frontend menampilkan halaman → backend mengambil data → database mengirim data kembali.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pendukung: WhatsApp (pesan), Google Maps (lokasi), hosting dan domain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Halaman Website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 (Landing Page)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828800"/>
            <a:ext cx="0" cy="365760"/>
          </a:xfrm>
          <a:prstGeom prst="line">
            <a:avLst/>
          </a:prstGeom>
          <a:noFill/>
          <a:ln w="19050">
            <a:solidFill>
              <a:srgbClr val="6D5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194560"/>
            <a:ext cx="6766560" cy="0"/>
          </a:xfrm>
          <a:prstGeom prst="line">
            <a:avLst/>
          </a:prstGeom>
          <a:noFill/>
          <a:ln w="19050">
            <a:solidFill>
              <a:srgbClr val="6D5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194560"/>
            <a:ext cx="0" cy="365760"/>
          </a:xfrm>
          <a:prstGeom prst="line">
            <a:avLst/>
          </a:prstGeom>
          <a:noFill/>
          <a:ln w="19050">
            <a:solidFill>
              <a:srgbClr val="6D5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Kami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 dan profil usaha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194560"/>
            <a:ext cx="0" cy="365760"/>
          </a:xfrm>
          <a:prstGeom prst="line">
            <a:avLst/>
          </a:prstGeom>
          <a:noFill/>
          <a:ln w="19050">
            <a:solidFill>
              <a:srgbClr val="6D5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256032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menu, foto, harga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0" cy="365760"/>
          </a:xfrm>
          <a:prstGeom prst="line">
            <a:avLst/>
          </a:prstGeom>
          <a:noFill/>
          <a:ln w="19050">
            <a:solidFill>
              <a:srgbClr val="6D5A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56032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toko dan produk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194560"/>
            <a:ext cx="0" cy="365760"/>
          </a:xfrm>
          <a:prstGeom prst="line">
            <a:avLst/>
          </a:prstGeom>
          <a:noFill/>
          <a:ln w="19050">
            <a:solidFill>
              <a:srgbClr val="6D5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256032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2356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pelanggan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55280" y="2194560"/>
            <a:ext cx="0" cy="365760"/>
          </a:xfrm>
          <a:prstGeom prst="line">
            <a:avLst/>
          </a:prstGeom>
          <a:noFill/>
          <a:ln w="19050">
            <a:solidFill>
              <a:srgbClr val="6D5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560320"/>
            <a:ext cx="1463040" cy="155448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alamat, peta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bagian ada dalam satu halaman, dan menu navbar menggulir ke bagian yang dipilih.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Desain Landing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9050">
            <a:solidFill>
              <a:srgbClr val="BDBD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79576"/>
            <a:ext cx="109728" cy="109728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79576"/>
            <a:ext cx="109728" cy="109728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79576"/>
            <a:ext cx="109728" cy="109728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Kopi Minahasa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   Produk   Galeri   Kontak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486400" cy="118872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Kopi Asli Minahasa, Diseduh dengan Cinta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via WhatsApp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920240"/>
            <a:ext cx="1005840" cy="100584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Unggulan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364992"/>
            <a:ext cx="457200" cy="457200"/>
          </a:xfrm>
          <a:prstGeom prst="rect">
            <a:avLst/>
          </a:prstGeom>
          <a:solidFill>
            <a:srgbClr val="D7B899"/>
          </a:solidFill>
          <a:ln w="12700">
            <a:solidFill>
              <a:srgbClr val="D7B8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858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 Tubruk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291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3364992"/>
            <a:ext cx="457200" cy="457200"/>
          </a:xfrm>
          <a:prstGeom prst="rect">
            <a:avLst/>
          </a:prstGeom>
          <a:solidFill>
            <a:srgbClr val="D7B899"/>
          </a:solidFill>
          <a:ln w="12700">
            <a:solidFill>
              <a:srgbClr val="D7B8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68880" y="3858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 Susu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2918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364992"/>
            <a:ext cx="457200" cy="457200"/>
          </a:xfrm>
          <a:prstGeom prst="rect">
            <a:avLst/>
          </a:prstGeom>
          <a:solidFill>
            <a:srgbClr val="D7B899"/>
          </a:solidFill>
          <a:ln w="12700">
            <a:solidFill>
              <a:srgbClr val="D7B8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3858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Pisang Goreng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5486400" cy="45720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Jl. Contoh No. 1, Manado · Buka 08.00 - 21.00 · WA 08xx-xxxx-xxxx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234440"/>
            <a:ext cx="411480" cy="41148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1490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dan menu navigasi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2148840"/>
            <a:ext cx="411480" cy="41148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2404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Judul, gambar, dan tombol pesan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3063240"/>
            <a:ext cx="411480" cy="41148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unggulan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3319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nama, dan harga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63640" y="3977640"/>
            <a:ext cx="411480" cy="41148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4233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Alamat, jam buka, kontak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User Story: Alur Pengguna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web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26974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Pengunjung membuka alamat website lewat HP.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463040"/>
            <a:ext cx="594360" cy="59436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240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hero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67128" y="26974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tahu usaha dan produknya.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463040"/>
            <a:ext cx="594360" cy="59436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240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produk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26974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Menggulir daftar produk dan harga.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40680" y="12801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4EDE8"/>
          </a:solidFill>
          <a:ln w="12700">
            <a:solidFill>
              <a:srgbClr val="F4E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463040"/>
            <a:ext cx="594360" cy="59436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240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pesan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50408" y="26974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Menekan tombol WhatsApp untuk memesan.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2801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463040"/>
            <a:ext cx="594360" cy="594360"/>
          </a:xfrm>
          <a:prstGeom prst="ellipse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240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26974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dibalas atau datang ke toko.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tidak perlu membuat akun, sehingga proses pemesanan singkat.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Story: Sebagai, Ingin, Agar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3108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Pengunjung baru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melihat profil dan produk di halaman utama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tahu apa yang dijual dan percaya pada usahanya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Pembeli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melihat daftar produk, foto, dan harga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 memilih dan membandingkan produk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Pembeli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menekan tombol Pesan via WhatsApp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 memesan tanpa daftar akun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Pengunjung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melihat alamat, jam buka, dan peta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 datang langsung ke toko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Pemilik UMKM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mengelola produk lewat halaman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 dan stok selalu terbaru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2026-10-12T01:43:27Z</dcterms:created>
  <dcterms:modified xsi:type="dcterms:W3CDTF">2026-10-12T01:43:28Z</dcterms:modified>
</cp:coreProperties>
</file>